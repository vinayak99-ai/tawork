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Agent Data Distribution to Middle &amp; Back Office Systems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view – data points, PII classification, and delivery frequency by receiving system (placeholder data)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1127455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651760"/>
                <a:gridCol w="1143000"/>
                <a:gridCol w="1965960"/>
                <a:gridCol w="36393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Required to Process?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Accounting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Holdings &amp; positions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(EOD)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Not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&amp; pricing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(EOD)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Not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Management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balances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Not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account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– Needed for settlement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365760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breaks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(EOD)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Not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exceptions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(EOD)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Not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Reporting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name &amp; 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– Needed for mailing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– Masked (last 4 digits)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365760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 / KYC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ID / SSN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On-boarding + Daily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– Needed for screening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birth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On-boarding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– Needed for identity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restrictions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(EOD)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Not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Concentration limits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(EOD)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Not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365760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Reporting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ID / SSN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– Needed for tax filing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Realized gain/loss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– Not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2026-09-28T17:32:29Z</dcterms:created>
  <dcterms:modified xsi:type="dcterms:W3CDTF">2026-09-28T17:32:29Z</dcterms:modified>
</cp:coreProperties>
</file>