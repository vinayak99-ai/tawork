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legally required?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now → Yes (converting)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Taxation (manager's role)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 — issues 1099-DIV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 — issues PFIC statement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— issues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— issues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(inferred) — K-1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RIC — 1099-DIV (unconfirmed)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Blockchain is primary ledger?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per TA's own filings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as DeFi/lending collateral?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intra-Franklin only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Binance (BNB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limited KYC pools (Aave)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Aave/Kamino/Morpho, &gt;$120M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Flux Finance (KYC pool)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LotusUSD reserve backing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2026-09-26T06:16:34Z</dcterms:created>
  <dcterms:modified xsi:type="dcterms:W3CDTF">2026-09-26T06:16:34Z</dcterms:modified>
</cp:coreProperties>
</file>