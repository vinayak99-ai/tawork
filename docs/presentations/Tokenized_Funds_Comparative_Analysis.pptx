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legally required?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now → Yes (converting)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Taxation (manager's role)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 — issues 1099-DIV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 — issues PFIC statement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(inferred) —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RIC — 1099-DIV (unconfirmed)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per TA's own filings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2026-09-26T06:12:27Z</dcterms:created>
  <dcterms:modified xsi:type="dcterms:W3CDTF">2026-09-26T06:12:27Z</dcterms:modified>
</cp:coreProperties>
</file>