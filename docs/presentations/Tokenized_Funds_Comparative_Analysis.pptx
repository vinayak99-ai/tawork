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Structure &amp; Regulatory Status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600200"/>
                <a:gridCol w="1600200"/>
                <a:gridCol w="1600200"/>
                <a:gridCol w="1600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2a-7 MMF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2a-7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Investor Access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58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600200"/>
                <a:gridCol w="1600200"/>
                <a:gridCol w="1600200"/>
                <a:gridCol w="1600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(by chain)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&amp; Service Providers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600200"/>
                <a:gridCol w="1600200"/>
                <a:gridCol w="1600200"/>
                <a:gridCol w="1600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(in-house)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(secondary)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Blockchains in Use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600200"/>
                <a:gridCol w="1600200"/>
                <a:gridCol w="1600200"/>
                <a:gridCol w="1600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chain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Additional chains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Polygon, Aptos,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Avalanche 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Aptos, Arbitrum,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Avalanche 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Solana,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Solana,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Polygon, Solana,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XRP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&amp; Business Metrics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600200"/>
                <a:gridCol w="1600200"/>
                <a:gridCol w="1600200"/>
                <a:gridCol w="1600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ACH,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 24/7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AUM (2026, approx.)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$726–828M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$2.5–3B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$836–967M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$225–278M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$400–625M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0.20–0.50%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3949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2026-09-26T05:49:18Z</dcterms:created>
  <dcterms:modified xsi:type="dcterms:W3CDTF">2026-09-26T05:49:18Z</dcterms:modified>
</cp:coreProperties>
</file>